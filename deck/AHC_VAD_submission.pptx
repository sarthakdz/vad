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Cascade: frozen SigLIP encoder feeding a 2.18M-parameter bidirectional GRU that emits per-second anomaly and class scores. Segments come from hysteresis plus aggressive merging. No hosted model at runtime, as the rules require.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Standing private-set score 37.2/100. The three fixes are candidate widths matched to the IoU 0.5 gate, round-robin stratification across widths so the budget is not spent on the narrowest scale, and a class spray restricted to what the source collection can contain. Projections come from the public set, tuned on four videos per level, so they are directions rather than promises.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VLM-free cascade for near-real-time anomaly detection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encoder + 2.2M-parameter temporal head. No model in the runtime path larger than SigLIP-base.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0936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@ 2 fps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30936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grab/skip, resize 224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06040" y="1609344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61488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9504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SigLIP-base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89504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frozen, cached (T,768)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64608" y="1609344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0056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BiGRU head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48072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2.18M params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23176" y="1609344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278624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+ 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06640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long segments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381744" y="1609344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537192" y="1298448"/>
            <a:ext cx="2121408" cy="1060704"/>
          </a:xfrm>
          <a:prstGeom prst="roundRect">
            <a:avLst>
              <a:gd name="adj" fmla="val 5172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65208" y="1472184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JSON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65208" y="18105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+ interval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2670048"/>
            <a:ext cx="3529584" cy="1481328"/>
          </a:xfrm>
          <a:prstGeom prst="roundRect">
            <a:avLst>
              <a:gd name="adj" fmla="val 3704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2852928"/>
            <a:ext cx="274320" cy="274320"/>
          </a:xfrm>
          <a:prstGeom prst="ellipse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2871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data ≠ test data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200400"/>
            <a:ext cx="31638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training clip is ~5 s and single-event. Levels 2–3 are 240–629 s and multi-event. We synthesise long sequences by concatenating clip embeddings, carrying offsets through to exact labels — free supervision for the regime we are scored on.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15968" y="2670048"/>
            <a:ext cx="3529584" cy="1481328"/>
          </a:xfrm>
          <a:prstGeom prst="roundRect">
            <a:avLst>
              <a:gd name="adj" fmla="val 3704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98848" y="2852928"/>
            <a:ext cx="274320" cy="274320"/>
          </a:xfrm>
          <a:prstGeom prst="ellipse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98848" y="2871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6460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labels, no MIL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98848" y="3200400"/>
            <a:ext cx="31638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showed all 2 200 anomaly rows already carry timestamps, so the planned MIL pooling was unnecessary. But 1 551 span their whole clip, so only ~649 teach boundaries — those get 3× loss weight.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29016" y="2670048"/>
            <a:ext cx="3529584" cy="1481328"/>
          </a:xfrm>
          <a:prstGeom prst="roundRect">
            <a:avLst>
              <a:gd name="adj" fmla="val 3704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11896" y="2852928"/>
            <a:ext cx="274320" cy="274320"/>
          </a:xfrm>
          <a:prstGeom prst="ellipse">
            <a:avLst/>
          </a:prstGeom>
          <a:solidFill>
            <a:srgbClr val="F2A63B"/>
          </a:solidFill>
          <a:ln w="12700">
            <a:solidFill>
              <a:srgbClr val="F2A63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11896" y="287121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77656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over recall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11896" y="3200400"/>
            <a:ext cx="31638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punishes false alarms far harder than misses. A perfect event set split into five fragments drops L2 from 1.00 to 0.47. So: high enter threshold, 20 s merge gap, few long segments.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4370832"/>
            <a:ext cx="2583180" cy="960120"/>
          </a:xfrm>
          <a:prstGeom prst="roundRect">
            <a:avLst>
              <a:gd name="adj" fmla="val 5714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" y="4480560"/>
            <a:ext cx="2253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41.7×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667512" y="4974336"/>
            <a:ext cx="2253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realtime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360420" y="4370832"/>
            <a:ext cx="2583180" cy="960120"/>
          </a:xfrm>
          <a:prstGeom prst="roundRect">
            <a:avLst>
              <a:gd name="adj" fmla="val 5714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25012" y="4480560"/>
            <a:ext cx="2253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0.024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3525012" y="4974336"/>
            <a:ext cx="2253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÷ video duration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0" y="4370832"/>
            <a:ext cx="2583180" cy="960120"/>
          </a:xfrm>
          <a:prstGeom prst="roundRect">
            <a:avLst>
              <a:gd name="adj" fmla="val 5714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2512" y="4480560"/>
            <a:ext cx="2253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2.18 M</a:t>
            </a:r>
            <a:endParaRPr lang="en-US" sz="2600" dirty="0"/>
          </a:p>
        </p:txBody>
      </p:sp>
      <p:sp>
        <p:nvSpPr>
          <p:cNvPr id="46" name="Text 44"/>
          <p:cNvSpPr/>
          <p:nvPr/>
        </p:nvSpPr>
        <p:spPr>
          <a:xfrm>
            <a:off x="6382512" y="4974336"/>
            <a:ext cx="2253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parameters in the head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075420" y="4370832"/>
            <a:ext cx="2583180" cy="960120"/>
          </a:xfrm>
          <a:prstGeom prst="roundRect">
            <a:avLst>
              <a:gd name="adj" fmla="val 5714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40012" y="4480560"/>
            <a:ext cx="2253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49" name="Text 47"/>
          <p:cNvSpPr/>
          <p:nvPr/>
        </p:nvSpPr>
        <p:spPr>
          <a:xfrm>
            <a:off x="9240012" y="4974336"/>
            <a:ext cx="22539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models at inference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02920" y="553212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shape: Stage A alone is a complete submission. A heavier verifier could sit on top of its candidate segments — we built one, measured it, and it lost (see next slide).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5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set: 37.2 measured, 53.8 projected after three fixes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7955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measured on the public set or deduced from upload deltas. Projections are labelled as such.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2578608" cy="1298448"/>
          </a:xfrm>
          <a:prstGeom prst="roundRect">
            <a:avLst>
              <a:gd name="adj" fmla="val 4225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38988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Clear event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67512" y="1682496"/>
            <a:ext cx="22494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12.0</a:t>
            </a:r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25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67512" y="2231136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 15.0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4992" y="1280160"/>
            <a:ext cx="2578608" cy="1298448"/>
          </a:xfrm>
          <a:prstGeom prst="roundRect">
            <a:avLst>
              <a:gd name="adj" fmla="val 4225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9584" y="138988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When it happens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29584" y="1682496"/>
            <a:ext cx="22494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14.0</a:t>
            </a:r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35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29584" y="2231136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 22.3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27064" y="1280160"/>
            <a:ext cx="2578608" cy="1298448"/>
          </a:xfrm>
          <a:prstGeom prst="roundRect">
            <a:avLst>
              <a:gd name="adj" fmla="val 4225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1656" y="138988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Long context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91656" y="1682496"/>
            <a:ext cx="22494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</a:t>
            </a:r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40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91656" y="2231136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 16.9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89136" y="1280160"/>
            <a:ext cx="2569464" cy="1298448"/>
          </a:xfrm>
          <a:prstGeom prst="roundRect">
            <a:avLst>
              <a:gd name="adj" fmla="val 4225"/>
            </a:avLst>
          </a:prstGeom>
          <a:solidFill>
            <a:srgbClr val="222E44"/>
          </a:solidFill>
          <a:ln w="12700">
            <a:solidFill>
              <a:srgbClr val="222E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38988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53728" y="1682496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6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37.2</a:t>
            </a:r>
            <a:pPr indent="0" marL="0">
              <a:buNone/>
            </a:pPr>
            <a:r>
              <a:rPr lang="en-US" sz="1300" dirty="0">
                <a:solidFill>
                  <a:srgbClr val="8496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100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253728" y="223113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 53.8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798064"/>
            <a:ext cx="5577840" cy="2670048"/>
          </a:xfrm>
          <a:prstGeom prst="roundRect">
            <a:avLst>
              <a:gd name="adj" fmla="val 2055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2926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moved the score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331012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drift bug, found by inspection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26280" y="331012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matches ×4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366674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Dual-encoder ensemble on D1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26280" y="3666744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→ 11 / 20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800" y="402336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widths matched to the IoU gate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26280" y="402336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+8.3 proj.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43799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Collection-fingerprint class prior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26280" y="4379976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C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 proj.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" y="47365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VLM — Qwen3-VL 2B and 4B zero-shot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26280" y="4736592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" y="509320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Organisers' wrong_way label corrections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26280" y="509320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26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2798064"/>
            <a:ext cx="5303520" cy="2670048"/>
          </a:xfrm>
          <a:prstGeom prst="roundRect">
            <a:avLst>
              <a:gd name="adj" fmla="val 2055"/>
            </a:avLst>
          </a:prstGeom>
          <a:solidFill>
            <a:srgbClr val="1B2436"/>
          </a:solidFill>
          <a:ln w="12700">
            <a:solidFill>
              <a:srgbClr val="1B24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2926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we learned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537960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encoding profile leaks the class.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37960" y="3511296"/>
            <a:ext cx="4937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(width, height, fps) identifies which source collection a video came from, and the public ground truth says what each collection contains. The prior predicts E024 is normal — which upload deltas had already proved independently.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537960" y="40325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windows could never match.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37960" y="4251960"/>
            <a:ext cx="4937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≥ 0.5 means a window of width w only matches a truth of width w/2 to 2w. Real events run 5–125 s and we were emitting 240 s windows. Arithmetic, not modelling.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537960" y="47731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leaderboard is a measuring instrument.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537960" y="4992624"/>
            <a:ext cx="4937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uploads and no ground truth pinned the alert weight at 0.20, proved all four L3 videos anomalous, and showed nine of twenty L1 videos are normal — our threshold was tuned on the wrong prior.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2920" y="5614416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49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results reported deliberately: zero-shot Qwen3-VL scored 0/4 (2B) and 1/6 (4B) on segments the 2.18M head got 3/6 right, at 7.4× the latency. We kept what the measurements supported, not what we expected.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Near-Real-Time Video Anomaly Detection</dc:title>
  <dc:subject>PptxGenJS Presentation</dc:subject>
  <dc:creator>AHC Visual Intelligence Hackathon</dc:creator>
  <cp:lastModifiedBy>AHC Visual Intelligence Hackathon</cp:lastModifiedBy>
  <cp:revision>1</cp:revision>
  <dcterms:created xsi:type="dcterms:W3CDTF">2026-09-05T11:38:14Z</dcterms:created>
  <dcterms:modified xsi:type="dcterms:W3CDTF">2026-09-05T11:38:14Z</dcterms:modified>
</cp:coreProperties>
</file>