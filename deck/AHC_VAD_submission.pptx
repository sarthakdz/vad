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Cascade: frozen SigLIP encoder feeding a 2.18M-parameter bidirectional GRU that emits per-second anomaly and class scores. Segments come from hysteresis plus aggressive merging. No hosted model at runtime, as the rules require.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47.0/100 on the public arena. Biggest remaining pool is D3 at 11.5 of 40 across only four videos. Negative results are reported deliberately: the zero-shot VLM and the organisers' label correction both measurably hurt, and we kept what the measurements supported rather than what we expected.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5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VLM-free cascade for near-real-time anomaly detection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7955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encoder + 2.2M-parameter temporal head. No model in the runtime path larger than SigLIP-base.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21408" cy="1060704"/>
          </a:xfrm>
          <a:prstGeom prst="roundRect">
            <a:avLst>
              <a:gd name="adj" fmla="val 5172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472184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@ 2 fps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30936" y="1810512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grab/skip, resize 224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06040" y="1609344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61488" y="1298448"/>
            <a:ext cx="2121408" cy="1060704"/>
          </a:xfrm>
          <a:prstGeom prst="roundRect">
            <a:avLst>
              <a:gd name="adj" fmla="val 5172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9504" y="1472184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SigLIP-base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889504" y="1810512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frozen, cached (T,768)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864608" y="1609344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20056" y="1298448"/>
            <a:ext cx="2121408" cy="1060704"/>
          </a:xfrm>
          <a:prstGeom prst="roundRect">
            <a:avLst>
              <a:gd name="adj" fmla="val 5172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48072" y="1472184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BiGRU head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48072" y="1810512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2.18M params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123176" y="1609344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278624" y="1298448"/>
            <a:ext cx="2121408" cy="1060704"/>
          </a:xfrm>
          <a:prstGeom prst="roundRect">
            <a:avLst>
              <a:gd name="adj" fmla="val 5172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1472184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Hysteresis + merge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406640" y="1810512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few, long segments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381744" y="1609344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537192" y="1298448"/>
            <a:ext cx="2121408" cy="1060704"/>
          </a:xfrm>
          <a:prstGeom prst="roundRect">
            <a:avLst>
              <a:gd name="adj" fmla="val 5172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65208" y="1472184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JSON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65208" y="1810512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+ interval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2670048"/>
            <a:ext cx="3529584" cy="1481328"/>
          </a:xfrm>
          <a:prstGeom prst="roundRect">
            <a:avLst>
              <a:gd name="adj" fmla="val 3704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" y="2852928"/>
            <a:ext cx="274320" cy="274320"/>
          </a:xfrm>
          <a:prstGeom prst="ellipse">
            <a:avLst/>
          </a:prstGeom>
          <a:solidFill>
            <a:srgbClr val="F2A63B"/>
          </a:solidFill>
          <a:ln w="12700">
            <a:solidFill>
              <a:srgbClr val="F2A6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287121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51560" y="28529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data ≠ test data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85800" y="3200400"/>
            <a:ext cx="31638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training clip is ~5 s and single-event. Levels 2–3 are 240–629 s and multi-event. We synthesise long sequences by concatenating clip embeddings, carrying offsets through to exact labels — free supervision for the regime we are scored on.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315968" y="2670048"/>
            <a:ext cx="3529584" cy="1481328"/>
          </a:xfrm>
          <a:prstGeom prst="roundRect">
            <a:avLst>
              <a:gd name="adj" fmla="val 3704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98848" y="2852928"/>
            <a:ext cx="274320" cy="274320"/>
          </a:xfrm>
          <a:prstGeom prst="ellipse">
            <a:avLst/>
          </a:prstGeom>
          <a:solidFill>
            <a:srgbClr val="F2A63B"/>
          </a:solidFill>
          <a:ln w="12700">
            <a:solidFill>
              <a:srgbClr val="F2A63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98848" y="287121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64608" y="28529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labels, no MIL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498848" y="3200400"/>
            <a:ext cx="31638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showed all 2 200 anomaly rows already carry timestamps, so the planned MIL pooling was unnecessary. But 1 551 span their whole clip, so only ~649 teach boundaries — those get 3× loss weight.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129016" y="2670048"/>
            <a:ext cx="3529584" cy="1481328"/>
          </a:xfrm>
          <a:prstGeom prst="roundRect">
            <a:avLst>
              <a:gd name="adj" fmla="val 3704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311896" y="2852928"/>
            <a:ext cx="274320" cy="274320"/>
          </a:xfrm>
          <a:prstGeom prst="ellipse">
            <a:avLst/>
          </a:prstGeom>
          <a:solidFill>
            <a:srgbClr val="F2A63B"/>
          </a:solidFill>
          <a:ln w="12700">
            <a:solidFill>
              <a:srgbClr val="F2A63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11896" y="287121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677656" y="28529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over recall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311896" y="3200400"/>
            <a:ext cx="31638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punishes false alarms far harder than misses. A perfect event set split into five fragments drops L2 from 1.00 to 0.47. So: high enter threshold, 20 s merge gap, few long segments.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02920" y="4370832"/>
            <a:ext cx="2583180" cy="960120"/>
          </a:xfrm>
          <a:prstGeom prst="roundRect">
            <a:avLst>
              <a:gd name="adj" fmla="val 5714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7512" y="4480560"/>
            <a:ext cx="2253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41.7×</a:t>
            </a:r>
            <a:endParaRPr lang="en-US" sz="2600" dirty="0"/>
          </a:p>
        </p:txBody>
      </p:sp>
      <p:sp>
        <p:nvSpPr>
          <p:cNvPr id="40" name="Text 38"/>
          <p:cNvSpPr/>
          <p:nvPr/>
        </p:nvSpPr>
        <p:spPr>
          <a:xfrm>
            <a:off x="667512" y="4974336"/>
            <a:ext cx="22539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realtime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360420" y="4370832"/>
            <a:ext cx="2583180" cy="960120"/>
          </a:xfrm>
          <a:prstGeom prst="roundRect">
            <a:avLst>
              <a:gd name="adj" fmla="val 5714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525012" y="4480560"/>
            <a:ext cx="2253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0.024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3525012" y="4974336"/>
            <a:ext cx="22539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÷ video duration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17920" y="4370832"/>
            <a:ext cx="2583180" cy="960120"/>
          </a:xfrm>
          <a:prstGeom prst="roundRect">
            <a:avLst>
              <a:gd name="adj" fmla="val 5714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82512" y="4480560"/>
            <a:ext cx="2253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2.18 M</a:t>
            </a:r>
            <a:endParaRPr lang="en-US" sz="2600" dirty="0"/>
          </a:p>
        </p:txBody>
      </p:sp>
      <p:sp>
        <p:nvSpPr>
          <p:cNvPr id="46" name="Text 44"/>
          <p:cNvSpPr/>
          <p:nvPr/>
        </p:nvSpPr>
        <p:spPr>
          <a:xfrm>
            <a:off x="6382512" y="4974336"/>
            <a:ext cx="22539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parameters in the head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075420" y="4370832"/>
            <a:ext cx="2583180" cy="960120"/>
          </a:xfrm>
          <a:prstGeom prst="roundRect">
            <a:avLst>
              <a:gd name="adj" fmla="val 5714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240012" y="4480560"/>
            <a:ext cx="2253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600" dirty="0"/>
          </a:p>
        </p:txBody>
      </p:sp>
      <p:sp>
        <p:nvSpPr>
          <p:cNvPr id="49" name="Text 47"/>
          <p:cNvSpPr/>
          <p:nvPr/>
        </p:nvSpPr>
        <p:spPr>
          <a:xfrm>
            <a:off x="9240012" y="4974336"/>
            <a:ext cx="22539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models at inference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502920" y="553212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shape: Stage A alone is a complete submission. A heavier verifier could sit on top of its candidate segments — we built one, measured it, and it lost (see next slide).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5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Result: 47.0 / 100 — and four experiments that failed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7955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arena run. Every number below is measured, not estimated.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67512" y="1408176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Clear event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67512" y="17373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12.9</a:t>
            </a:r>
            <a:pPr indent="0" marL="0">
              <a:buNone/>
            </a:pPr>
            <a:r>
              <a:rPr lang="en-US" sz="1300" dirty="0">
                <a:solidFill>
                  <a:srgbClr val="8496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 25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364992" y="128016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9584" y="1408176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When it happens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529584" y="17373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22.6</a:t>
            </a:r>
            <a:pPr indent="0" marL="0">
              <a:buNone/>
            </a:pPr>
            <a:r>
              <a:rPr lang="en-US" sz="1300" dirty="0">
                <a:solidFill>
                  <a:srgbClr val="8496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 35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6227064" y="128016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91656" y="1408176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Long context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91656" y="17373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11.5</a:t>
            </a:r>
            <a:pPr indent="0" marL="0">
              <a:buNone/>
            </a:pPr>
            <a:r>
              <a:rPr lang="en-US" sz="1300" dirty="0">
                <a:solidFill>
                  <a:srgbClr val="8496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 40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089136" y="1280160"/>
            <a:ext cx="2569464" cy="1170432"/>
          </a:xfrm>
          <a:prstGeom prst="roundRect">
            <a:avLst>
              <a:gd name="adj" fmla="val 4688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53728" y="140817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253728" y="1737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CB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47.0</a:t>
            </a:r>
            <a:pPr indent="0" marL="0">
              <a:buNone/>
            </a:pPr>
            <a:r>
              <a:rPr lang="en-US" sz="1300" dirty="0">
                <a:solidFill>
                  <a:srgbClr val="8496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 100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502920" y="2670048"/>
            <a:ext cx="5577840" cy="2788920"/>
          </a:xfrm>
          <a:prstGeom prst="roundRect">
            <a:avLst>
              <a:gd name="adj" fmla="val 1967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79806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moved the score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318211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drift bug found by inspection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26280" y="3182112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C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matches x4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5800" y="354787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Retune for precision, not recall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26280" y="3547872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C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 42→27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5800" y="39136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sweep, 1 800 configs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26280" y="3913632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±0.1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" y="427939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 VLM — Qwen3-VL 2B and 4B zero-shot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26280" y="4279392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26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−3.7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5800" y="464515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training window (512)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526280" y="4645152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26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5800" y="501091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Organisers' wrong_way label corrections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526280" y="5010912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26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−5.2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355080" y="2670048"/>
            <a:ext cx="5303520" cy="2788920"/>
          </a:xfrm>
          <a:prstGeom prst="roundRect">
            <a:avLst>
              <a:gd name="adj" fmla="val 1967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37960" y="27980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we learned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537960" y="316382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VLM is not a free upgrade.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37960" y="3401568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Qwen3-VL scored 0/4 (2B) and 1/6 (4B) on segments the head got 3/6 right — at 7.4× the latency. It relabelled correct predictions to wrong ones. We kept the head.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537960" y="39502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is the representation, not the head.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37960" y="418795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models — a GRU and a clip classifier at 86.8% held-out accuracy — both find exactly 9/20 on D1. Held-out train accuracy does not transfer across source domains.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537960" y="473659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reverse-engineered the scorer.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537960" y="4974336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submission was enough to recover the marks formula: D1 is F1-based, not the documented 0.5·binary + 0.5·class. Our local scorer now reproduces the arena exactly.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5614416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worth stating: train and test are separated at source-video level, so in-domain validation overstates test accuracy. That gap — not model capacity — is what caps us at 47.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Near-Real-Time Video Anomaly Detection</dc:title>
  <dc:subject>PptxGenJS Presentation</dc:subject>
  <dc:creator>AHC Visual Intelligence Hackathon</dc:creator>
  <cp:lastModifiedBy>AHC Visual Intelligence Hackathon</cp:lastModifiedBy>
  <cp:revision>1</cp:revision>
  <dcterms:created xsi:type="dcterms:W3CDTF">2026-09-05T10:15:17Z</dcterms:created>
  <dcterms:modified xsi:type="dcterms:W3CDTF">2026-09-05T10:15:17Z</dcterms:modified>
</cp:coreProperties>
</file>