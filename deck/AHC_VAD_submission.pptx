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Frozen SigLIP encoder feeding a 2.18M-parameter bidirectional GRU that emits per-second anomaly and class scores; segments come from hysteresis plus aggressive merging. No hosted model at runtime, as the rules require. The three optimisations that matter are grab/skip decoding, resizing during decode, and caching embeddings once per video so every later experiment costs a matrix multiply instead of a re-encode.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Private evaluation set: 61.8/100, 2nd place, up from 37.2. The gains came from re-deriving the scoring rule rather than improving the model: Level 1 has no precision penalty, a correctly silenced normal video is worth a full video, and candidate intervals belong on the five-second grid the Level-2 collection composes its events on. The remaining gap is ranking — our recall leads the field and our precision is last, because twelve independent scores all fail to order the lattice on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frozen encoder and a 2.2M-parameter head, with no VLM in the runtime path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Near-real-time anomaly detection over drone, CCTV and dashcam footage — 41.7× realtime on one laptop GPU.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2121408" cy="1005840"/>
          </a:xfrm>
          <a:prstGeom prst="roundRect">
            <a:avLst>
              <a:gd name="adj" fmla="val 54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316736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@ 2 fps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grab/skip, resize 224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606040" y="144475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61488" y="1170432"/>
            <a:ext cx="2121408" cy="1005840"/>
          </a:xfrm>
          <a:prstGeom prst="roundRect">
            <a:avLst>
              <a:gd name="adj" fmla="val 54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9504" y="1316736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SigLIP-base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889504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frozen, cached (T,768)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64608" y="144475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0056" y="1170432"/>
            <a:ext cx="2121408" cy="1005840"/>
          </a:xfrm>
          <a:prstGeom prst="roundRect">
            <a:avLst>
              <a:gd name="adj" fmla="val 5455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1316736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BiGRU 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14807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2.18M params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23176" y="144475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78624" y="1170432"/>
            <a:ext cx="2121408" cy="1005840"/>
          </a:xfrm>
          <a:prstGeom prst="roundRect">
            <a:avLst>
              <a:gd name="adj" fmla="val 54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316736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merge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06640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long segments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81744" y="144475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537192" y="1170432"/>
            <a:ext cx="2121408" cy="1005840"/>
          </a:xfrm>
          <a:prstGeom prst="roundRect">
            <a:avLst>
              <a:gd name="adj" fmla="val 54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65208" y="1316736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JSON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665208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+ interval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286000"/>
            <a:ext cx="11155680" cy="566928"/>
          </a:xfrm>
          <a:prstGeom prst="roundRect">
            <a:avLst>
              <a:gd name="adj" fmla="val 9677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&amp; COST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240280" y="2359152"/>
            <a:ext cx="9281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fps</a:t>
            </a:r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frame in 15)   ·   </a:t>
            </a:r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grab/skip demux</a:t>
            </a:r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14 of 15 frames are never decoded   ·   </a:t>
            </a:r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224 during decode</a:t>
            </a:r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(one video held 3.5 GB of raw frames before this)   ·   </a:t>
            </a:r>
            <a:pPr indent="0" marL="0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once</a:t>
            </a:r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cache per video — every later experiment is a matrix multiply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3035808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3209544"/>
            <a:ext cx="256032" cy="256032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2278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33272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data ≠ test data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" y="3547872"/>
            <a:ext cx="31638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are ~5 s and single-event; L2/L3 run 240–629 s. So we concatenate clip embeddings into synthetic long sequences, carrying offsets into exact labels.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315968" y="3035808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8848" y="3209544"/>
            <a:ext cx="256032" cy="256032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98848" y="32278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labels, so no MIL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498848" y="3547872"/>
            <a:ext cx="31638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2,200 anomaly rows already carry timestamps — the planned MIL pooling was unnecessary. Only ~649 teach boundaries, so those get 3× loss weight.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129016" y="3035808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11896" y="3209544"/>
            <a:ext cx="256032" cy="256032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11896" y="32278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59368" y="32004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 are fatal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311896" y="3547872"/>
            <a:ext cx="31638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answer split into five fragments scores 0.47 at L2. Only the best-overlapping one can match, so we emit few, long, merged events.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4535424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" y="462686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41.7×</a:t>
            </a:r>
            <a:endParaRPr lang="en-US" sz="2300" dirty="0"/>
          </a:p>
        </p:txBody>
      </p:sp>
      <p:sp>
        <p:nvSpPr>
          <p:cNvPr id="43" name="Text 41"/>
          <p:cNvSpPr/>
          <p:nvPr/>
        </p:nvSpPr>
        <p:spPr>
          <a:xfrm>
            <a:off x="649224" y="50840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realtime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743200" y="4535424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89504" y="462686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0.024</a:t>
            </a:r>
            <a:endParaRPr lang="en-US" sz="2300" dirty="0"/>
          </a:p>
        </p:txBody>
      </p:sp>
      <p:sp>
        <p:nvSpPr>
          <p:cNvPr id="46" name="Text 44"/>
          <p:cNvSpPr/>
          <p:nvPr/>
        </p:nvSpPr>
        <p:spPr>
          <a:xfrm>
            <a:off x="2889504" y="50840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÷ video duration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83480" y="4535424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9784" y="462686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2.18 M</a:t>
            </a:r>
            <a:endParaRPr lang="en-US" sz="2300" dirty="0"/>
          </a:p>
        </p:txBody>
      </p:sp>
      <p:sp>
        <p:nvSpPr>
          <p:cNvPr id="49" name="Text 47"/>
          <p:cNvSpPr/>
          <p:nvPr/>
        </p:nvSpPr>
        <p:spPr>
          <a:xfrm>
            <a:off x="5129784" y="50840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parameters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23760" y="4535424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70064" y="462686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2300" dirty="0"/>
          </a:p>
        </p:txBody>
      </p:sp>
      <p:sp>
        <p:nvSpPr>
          <p:cNvPr id="52" name="Text 50"/>
          <p:cNvSpPr/>
          <p:nvPr/>
        </p:nvSpPr>
        <p:spPr>
          <a:xfrm>
            <a:off x="7370064" y="50840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per video, reused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9464040" y="4535424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10344" y="462686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300" dirty="0"/>
          </a:p>
        </p:txBody>
      </p:sp>
      <p:sp>
        <p:nvSpPr>
          <p:cNvPr id="55" name="Text 53"/>
          <p:cNvSpPr/>
          <p:nvPr/>
        </p:nvSpPr>
        <p:spPr>
          <a:xfrm>
            <a:off x="9610344" y="50840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models at inference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2920" y="55961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Stage A alone is a complete submission. We built the heavier VLM verifier the brief points toward, measured it, and shipped without it — see slide 2.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evaluation set: 61.8 / 100, 2nd place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7680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37.2 to 61.8 in one afternoon — and almost none of it came from a better model.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78608" cy="1243584"/>
          </a:xfrm>
          <a:prstGeom prst="roundRect">
            <a:avLst>
              <a:gd name="adj" fmla="val 441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2801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Clear event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67512" y="1554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14.5</a:t>
            </a:r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25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67512" y="2084832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11.8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4992" y="1188720"/>
            <a:ext cx="2578608" cy="1243584"/>
          </a:xfrm>
          <a:prstGeom prst="roundRect">
            <a:avLst>
              <a:gd name="adj" fmla="val 441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9584" y="12801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When it happens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29584" y="1554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27.6</a:t>
            </a:r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35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29584" y="2084832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16.1 · best on board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27064" y="1188720"/>
            <a:ext cx="2578608" cy="1243584"/>
          </a:xfrm>
          <a:prstGeom prst="roundRect">
            <a:avLst>
              <a:gd name="adj" fmla="val 441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28016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Long context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391656" y="1554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19.7</a:t>
            </a:r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40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91656" y="2084832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16.3 · recall 5 of 6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89136" y="1188720"/>
            <a:ext cx="2569464" cy="1243584"/>
          </a:xfrm>
          <a:prstGeom prst="roundRect">
            <a:avLst>
              <a:gd name="adj" fmla="val 441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80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253728" y="1554480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61.8</a:t>
            </a:r>
            <a:pPr indent="0" marL="0">
              <a:buNone/>
            </a:pPr>
            <a:r>
              <a:rPr lang="en-US" sz="125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100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53728" y="20848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place · started at 37.2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688336"/>
            <a:ext cx="5577840" cy="2487168"/>
          </a:xfrm>
          <a:prstGeom prst="roundRect">
            <a:avLst>
              <a:gd name="adj" fmla="val 2206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score moved, and what moved 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32095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accepted run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88920" y="3236976"/>
            <a:ext cx="1564721" cy="237744"/>
          </a:xfrm>
          <a:prstGeom prst="rect">
            <a:avLst/>
          </a:prstGeom>
          <a:solidFill>
            <a:srgbClr val="8496B4"/>
          </a:solidFill>
          <a:ln w="12700">
            <a:solidFill>
              <a:srgbClr val="8496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08505" y="32186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" y="3685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collection-class prior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88920" y="3712464"/>
            <a:ext cx="1943283" cy="237744"/>
          </a:xfrm>
          <a:prstGeom prst="rect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7067" y="369417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4160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composition lattice on L3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88920" y="4187952"/>
            <a:ext cx="2002170" cy="237744"/>
          </a:xfrm>
          <a:prstGeom prst="rect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5954" y="41696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" y="46360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normal L2 video silenced, L1 gate removed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88920" y="4663440"/>
            <a:ext cx="2599456" cy="237744"/>
          </a:xfrm>
          <a:prstGeom prst="rect">
            <a:avLst/>
          </a:prstGeom>
          <a:solidFill>
            <a:srgbClr val="5FCB8E"/>
          </a:solidFill>
          <a:ln w="12700">
            <a:solidFill>
              <a:srgbClr val="5FCB8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3240" y="46451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length is the total out of 100. Every gain came from re-deriving the scoring rule, not from changing the model.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55080" y="2688336"/>
            <a:ext cx="5303520" cy="2487168"/>
          </a:xfrm>
          <a:prstGeom prst="roundRect">
            <a:avLst>
              <a:gd name="adj" fmla="val 2206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2816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we learned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37960" y="32004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were scoring a formula we had invented.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537960" y="341071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0.5·binary + 0.5·class, not the F1 we had fitted. There is no precision penalty, so deleting our confidence gate was worth +2.7.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537960" y="38587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video is worth a whole video.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37960" y="406908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rival's empty L2 run scored exactly 17.5/35 — proof two of its four videos are normal. Silencing the right one: +11.5, our largest single gain.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537960" y="45171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are solved; ranking is not.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37960" y="472744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2.5 s lattice covers 100% of truths and leads the field on recall. Twelve replacement rankers still reach 0% recall@128 on L3.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02920" y="5321808"/>
            <a:ext cx="11155680" cy="548640"/>
          </a:xfrm>
          <a:prstGeom prst="roundRect">
            <a:avLst>
              <a:gd name="adj" fmla="val 10000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54132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AND DROPPED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514600" y="5394960"/>
            <a:ext cx="9006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Qwen3-VL 2B and 4B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relabelled correct answers to wrong ones, 1/6 vs the head's 3/6, at 7.4× latency  </a:t>
            </a:r>
            <a:pPr indent="0" marL="0">
              <a:buNone/>
            </a:pPr>
            <a:r>
              <a:rPr lang="en-US" sz="9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window 512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9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the L1 gate to 0.7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9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−2.0</a:t>
            </a:r>
            <a:pPr indent="0" marL="0">
              <a:buNone/>
            </a:pPr>
            <a:r>
              <a:rPr lang="en-US" sz="9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replacement rankers on L3</a:t>
            </a:r>
            <a:pPr indent="0" marL="0">
              <a:buNone/>
            </a:pPr>
            <a:r>
              <a:rPr lang="en-US" sz="9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 of 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table: the highest recall in the field — 5 of 6 at L3, 5 of 12 at L2 — and the lowest conversion of it, because we cannot say which candidates are right. Worth about thirteen marks.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Near-Real-Time Video Anomaly Detection</dc:title>
  <dc:subject>PptxGenJS Presentation</dc:subject>
  <dc:creator>AHC Visual Intelligence Hackathon</dc:creator>
  <cp:lastModifiedBy>AHC Visual Intelligence Hackathon</cp:lastModifiedBy>
  <cp:revision>1</cp:revision>
  <dcterms:created xsi:type="dcterms:W3CDTF">2026-09-05T12:55:16Z</dcterms:created>
  <dcterms:modified xsi:type="dcterms:W3CDTF">2026-09-05T12:55:16Z</dcterms:modified>
</cp:coreProperties>
</file>